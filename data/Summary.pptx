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EM Audit – Daily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EM Audit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3980</a:t>
            </a:r>
          </a:p>
          <a:p>
            <a:r>
              <a:t>Pass: 3843</a:t>
            </a:r>
          </a:p>
          <a:p>
            <a:r>
              <a:t>Fail: 137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South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929</a:t>
            </a:r>
          </a:p>
          <a:p>
            <a:r>
              <a:t>Pass: 891</a:t>
            </a:r>
          </a:p>
          <a:p>
            <a:r>
              <a:t>Fail: 38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East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23</a:t>
            </a:r>
          </a:p>
          <a:p>
            <a:r>
              <a:t>Pass: 0</a:t>
            </a:r>
          </a:p>
          <a:p>
            <a:r>
              <a:t>Fail: 23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Central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88</a:t>
            </a:r>
          </a:p>
          <a:p>
            <a:r>
              <a:t>Pass: 83</a:t>
            </a:r>
          </a:p>
          <a:p>
            <a:r>
              <a:t>Fail: 5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