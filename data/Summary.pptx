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 Audit – Daily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EM Audit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2096</a:t>
            </a:r>
          </a:p>
          <a:p>
            <a:r>
              <a:t>Pass: 2094</a:t>
            </a:r>
          </a:p>
          <a:p>
            <a:r>
              <a:t>Fail: 2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Central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53</a:t>
            </a:r>
          </a:p>
          <a:p>
            <a:r>
              <a:t>Pass: 53</a:t>
            </a:r>
          </a:p>
          <a:p>
            <a:r>
              <a:t>Fail: 0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South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449</a:t>
            </a:r>
          </a:p>
          <a:p>
            <a:r>
              <a:t>Pass: 449</a:t>
            </a:r>
          </a:p>
          <a:p>
            <a:r>
              <a:t>Fail: 0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