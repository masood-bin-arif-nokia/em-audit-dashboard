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2101</a:t>
            </a:r>
          </a:p>
          <a:p>
            <a:r>
              <a:t>Pass: 2099</a:t>
            </a:r>
          </a:p>
          <a:p>
            <a:r>
              <a:t>Fail: 2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53</a:t>
            </a:r>
          </a:p>
          <a:p>
            <a:r>
              <a:t>Pass: 53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451</a:t>
            </a:r>
          </a:p>
          <a:p>
            <a:r>
              <a:t>Pass: 451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