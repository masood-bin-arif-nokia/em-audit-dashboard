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EM Audit – Daily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EM Audit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West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2089</a:t>
            </a:r>
          </a:p>
          <a:p>
            <a:r>
              <a:t>Pass: 2088</a:t>
            </a:r>
          </a:p>
          <a:p>
            <a:r>
              <a:t>Fail: 1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South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442</a:t>
            </a:r>
          </a:p>
          <a:p>
            <a:r>
              <a:t>Pass: 442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Central Region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Total Visits: 53</a:t>
            </a:r>
          </a:p>
          <a:p>
            <a:r>
              <a:t>Pass: 53</a:t>
            </a:r>
          </a:p>
          <a:p>
            <a:r>
              <a:t>Fail: 0</a:t>
            </a:r>
          </a:p>
          <a:p>
            <a:r>
              <a:t>Exempted: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