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 Audit – Daily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EM Audit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Region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Visits: 2089</a:t>
            </a:r>
          </a:p>
          <a:p>
            <a:r>
              <a:t>Pass: 2088</a:t>
            </a:r>
          </a:p>
          <a:p>
            <a:r>
              <a:t>Fail: 1</a:t>
            </a:r>
          </a:p>
          <a:p>
            <a:r>
              <a:t>Exempted: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South Region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Visits: 442</a:t>
            </a:r>
          </a:p>
          <a:p>
            <a:r>
              <a:t>Pass: 442</a:t>
            </a:r>
          </a:p>
          <a:p>
            <a:r>
              <a:t>Fail: 0</a:t>
            </a:r>
          </a:p>
          <a:p>
            <a:r>
              <a:t>Exempted: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 Region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Visits: 53</a:t>
            </a:r>
          </a:p>
          <a:p>
            <a:r>
              <a:t>Pass: 53</a:t>
            </a:r>
          </a:p>
          <a:p>
            <a:r>
              <a:t>Fail: 0</a:t>
            </a:r>
          </a:p>
          <a:p>
            <a:r>
              <a:t>Exempted: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